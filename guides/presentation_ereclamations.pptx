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63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34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004A99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663440"/>
            <a:ext cx="3657600" cy="3657600"/>
          </a:xfrm>
          <a:prstGeom prst="ellipse">
            <a:avLst/>
          </a:prstGeom>
          <a:solidFill>
            <a:srgbClr val="00346F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6" name="Image 0" descr="C:/Apps/projets/antigravity/ereclamations/frontend/public/logo-cn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914400"/>
            <a:ext cx="576072" cy="786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eRéclamations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moderne de gestion des réclamations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partenaires sociaux — CNPS Côte d’Ivoire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du Système d’Information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D’un fichier Excel partagé à une application dédiée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685800" cy="6858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6" name="Image 0" descr="C:\Users\user\AppData\Local\Temp\claude\C--Apps-projets-antigravity-ereclamations\20c22c7e-212b-40d0-8b5a-70d9dcae478d\scratchpad\pptx\icons\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3682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5D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292608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319272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Excel envoyé par chaque agence au service central pour consolider les réclamations.</a:t>
            </a:r>
            <a:endParaRPr lang="en-US" sz="1150" dirty="0"/>
          </a:p>
        </p:txBody>
      </p:sp>
      <p:pic>
        <p:nvPicPr>
          <p:cNvPr id="10" name="Image 1" descr="C:\Users\user\AppData\Local\Temp\claude\C--Apps-projets-antigravity-ereclamations\20c22c7e-212b-40d0-8b5a-70d9dcae478d\scratchpad\pptx\icon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29215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33672" y="18745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9704" y="2130552"/>
            <a:ext cx="685800" cy="6858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3" name="Image 2" descr="C:\Users\user\AppData\Local\Temp\claude\C--Apps-projets-antigravity-ereclamations\20c22c7e-212b-40d0-8b5a-70d9dcae478d\scratchpad\pptx\icons\f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36829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9752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5D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489704" y="292608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première évolution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489704" y="3319272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déposé sur un répertoire partagé, accessible à toutes les agences pour une vue en temps réel des indicateurs.</a:t>
            </a:r>
            <a:endParaRPr lang="en-US" sz="1150" dirty="0"/>
          </a:p>
        </p:txBody>
      </p:sp>
      <p:pic>
        <p:nvPicPr>
          <p:cNvPr id="17" name="Image 3" descr="C:\Users\user\AppData\Local\Temp\claude\C--Apps-projets-antigravity-ereclamations\20c22c7e-212b-40d0-8b5a-70d9dcae478d\scratchpad\pptx\icons\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292150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18704" y="18745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174736" y="2130552"/>
            <a:ext cx="685800" cy="6858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20" name="Image 4" descr="C:\Users\user\AppData\Local\Temp\claude\C--Apps-projets-antigravity-ereclamations\20c22c7e-212b-40d0-8b5a-70d9dcae478d\scratchpad\pptx\icons\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368296"/>
            <a:ext cx="210312" cy="210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844784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5D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8174736" y="292608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atteintes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174736" y="3319272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manuelle, absence de traçabilité fine, aucun circuit de validation structuré, risques d’erreurs.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45262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004A99"/>
          </a:solidFill>
          <a:ln/>
        </p:spPr>
      </p:sp>
      <p:sp>
        <p:nvSpPr>
          <p:cNvPr id="25" name="Shape 18"/>
          <p:cNvSpPr/>
          <p:nvPr/>
        </p:nvSpPr>
        <p:spPr>
          <a:xfrm>
            <a:off x="868680" y="4818888"/>
            <a:ext cx="868680" cy="86868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26" name="Image 5" descr="C:\Users\user\AppData\Local\Temp\claude\C--Apps-projets-antigravity-ereclamations\20c22c7e-212b-40d0-8b5a-70d9dcae478d\scratchpad\pptx\icons\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5038344"/>
            <a:ext cx="429768" cy="4297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65960" y="474573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 : l’ouverture d’une agence digitale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1965960" y="5102352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nouvelle agence, qui reçoit les réclamations en ligne, a besoin d’un outil moderne pour les prendre en charge efficacement — l’occasion de moderniser la manière de travailler pour l’ensemble du réseau.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objectifs de l’application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914400" cy="9144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6" name="Image 0" descr="C:\Users\user\AppData\Local\Temp\claude\C--Apps-projets-antigravity-ereclamations\20c22c7e-212b-40d0-8b5a-70d9dcae478d\scratchpad\pptx\icons\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140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et tracer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réclamations des Entreprises et des Travailleurs, sur une seule plateforme.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94560"/>
            <a:ext cx="914400" cy="9144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1" name="Image 1" descr="C:\Users\user\AppData\Local\Temp\claude\C--Apps-projets-antigravity-ereclamations\20c22c7e-212b-40d0-8b5a-70d9dcae478d\scratchpad\pptx\icons\check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4140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Fluidifier le traitement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80960" y="262432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circuit clair entre agences et niveaux hiérarchiques, de la saisie à la résolution.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89120"/>
            <a:ext cx="914400" cy="9144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6" name="Image 2" descr="C:\Users\user\AppData\Local\Temp\claude\C--Apps-projets-antigravity-ereclamations\20c22c7e-212b-40d0-8b5a-70d9dcae478d\scratchpad\pptx\icons\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6085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Autonomiser l’usager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481888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et suivre sa réclamation en ligne, 24h/24, sans se déplacer.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8F0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89120"/>
            <a:ext cx="914400" cy="9144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21" name="Image 3" descr="C:\Users\user\AppData\Local\Temp\claude\C--Apps-projets-antigravity-ereclamations\20c22c7e-212b-40d0-8b5a-70d9dcae478d\scratchpad\pptx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60857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par la donnée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80960" y="481888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aux managers des indicateurs fiables et en temps réel, par agence.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l’application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PUBLIC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de l’usager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0" cy="7315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5" name="Image 0" descr="C:\Users\user\AppData\Local\Temp\claude\C--Apps-projets-antigravity-ereclamations\20c22c7e-212b-40d0-8b5a-70d9dcae478d\scratchpad\pptx\icons\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019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sans compte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26771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usager peut déposer sa réclamation en ligne : identification, régime, type de client, motif et description.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9" name="Image 1" descr="C:\Users\user\AppData\Local\Temp\claude\C--Apps-projets-antigravity-ereclamations\20c22c7e-212b-40d0-8b5a-70d9dcae478d\scratchpad\pptx\icons\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735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en temps réel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363931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numéro de dossier permet de consulter l’avancement du traitement à tout moment, sans se déplacer en agence.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731520" cy="7315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3" name="Image 2" descr="C:\Users\user\AppData\Local\Temp\claude\C--Apps-projets-antigravity-ereclamations\20c22c7e-212b-40d0-8b5a-70d9dcae478d\scratchpad\pptx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46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451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partout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501091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installable (PWA), pensée pour un accès simple depuis un mobile comme depuis un ordinateur.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18745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101600" dist="38100" dir="5400000" algn="bl" rotWithShape="0">
              <a:srgbClr val="9BAFC9">
                <a:alpha val="35000"/>
              </a:srgbClr>
            </a:outerShdw>
          </a:effectLst>
        </p:spPr>
      </p:sp>
      <p:pic>
        <p:nvPicPr>
          <p:cNvPr id="17" name="Image 3" descr="C:\Users\user\AppData\Local\Temp\claude\C--Apps-projets-antigravity-ereclamations\20c22c7e-212b-40d0-8b5a-70d9dcae478d\scratchpad\pptx\shots\portail_public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956816"/>
            <a:ext cx="5276088" cy="39502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usager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circuit de traitement interne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2377440"/>
            <a:ext cx="1188720" cy="11887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5" name="Image 0" descr="C:\Users\user\AppData\Local\Temp\claude\C--Apps-projets-antigravity-ereclamations\20c22c7e-212b-40d0-8b5a-70d9dcae478d\scratchpad\pptx\icons\file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67004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75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" y="4023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4443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réclamation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13432" y="2971800"/>
            <a:ext cx="1453896" cy="0"/>
          </a:xfrm>
          <a:prstGeom prst="line">
            <a:avLst/>
          </a:prstGeom>
          <a:noFill/>
          <a:ln w="25400">
            <a:solidFill>
              <a:srgbClr val="5482C4"/>
            </a:solidFill>
            <a:prstDash val="solid"/>
          </a:ln>
        </p:spPr>
      </p:sp>
      <p:pic>
        <p:nvPicPr>
          <p:cNvPr id="10" name="Image 1" descr="C:\Users\user\AppData\Local\Temp\claude\C--Apps-projets-antigravity-ereclamations\20c22c7e-212b-40d0-8b5a-70d9dcae478d\scratchpad\pptx\icons\arrowright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284378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40480" y="2377440"/>
            <a:ext cx="1188720" cy="11887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2" name="Image 2" descr="C:\Users\user\AppData\Local\Temp\claude\C--Apps-projets-antigravity-ereclamations\20c22c7e-212b-40d0-8b5a-70d9dcae478d\scratchpad\pptx\icons\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2670048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37560" y="3675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063240" y="4023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154680" y="4443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charge, analyse, actions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102352" y="2971800"/>
            <a:ext cx="1453896" cy="0"/>
          </a:xfrm>
          <a:prstGeom prst="line">
            <a:avLst/>
          </a:prstGeom>
          <a:noFill/>
          <a:ln w="25400">
            <a:solidFill>
              <a:srgbClr val="5482C4"/>
            </a:solidFill>
            <a:prstDash val="solid"/>
          </a:ln>
        </p:spPr>
      </p:sp>
      <p:pic>
        <p:nvPicPr>
          <p:cNvPr id="17" name="Image 3" descr="C:\Users\user\AppData\Local\Temp\claude\C--Apps-projets-antigravity-ereclamations\20c22c7e-212b-40d0-8b5a-70d9dcae478d\scratchpad\pptx\icons\arrowright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284378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629400" y="2377440"/>
            <a:ext cx="1188720" cy="11887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9" name="Image 4" descr="C:\Users\user\AppData\Local\Temp\claude\C--Apps-projets-antigravity-ereclamations\20c22c7e-212b-40d0-8b5a-70d9dcae478d\scratchpad\pptx\icons\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2670048"/>
            <a:ext cx="603504" cy="6035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26480" y="3675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valider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852160" y="4023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943600" y="4443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à validation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891272" y="2971800"/>
            <a:ext cx="1453896" cy="0"/>
          </a:xfrm>
          <a:prstGeom prst="line">
            <a:avLst/>
          </a:prstGeom>
          <a:noFill/>
          <a:ln w="25400">
            <a:solidFill>
              <a:srgbClr val="5482C4"/>
            </a:solidFill>
            <a:prstDash val="solid"/>
          </a:ln>
        </p:spPr>
      </p:sp>
      <p:pic>
        <p:nvPicPr>
          <p:cNvPr id="24" name="Image 5" descr="C:\Users\user\AppData\Local\Temp\claude\C--Apps-projets-antigravity-ereclamations\20c22c7e-212b-40d0-8b5a-70d9dcae478d\scratchpad\pptx\icons\arrowright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284378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418320" y="2377440"/>
            <a:ext cx="1188720" cy="118872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26" name="Image 6" descr="C:\Users\user\AppData\Local\Temp\claude\C--Apps-projets-antigravity-ereclamations\20c22c7e-212b-40d0-8b5a-70d9dcae478d\scratchpad\pptx\icons\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2670048"/>
            <a:ext cx="603504" cy="6035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915400" y="3675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8641080" y="4023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Accueil &amp; Réclamations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8732520" y="4443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clôture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2286000" y="5120640"/>
            <a:ext cx="7589520" cy="868680"/>
          </a:xfrm>
          <a:prstGeom prst="roundRect">
            <a:avLst>
              <a:gd name="adj" fmla="val 10526"/>
            </a:avLst>
          </a:prstGeom>
          <a:solidFill>
            <a:srgbClr val="00346F"/>
          </a:solidFill>
          <a:ln/>
        </p:spPr>
      </p:sp>
      <p:sp>
        <p:nvSpPr>
          <p:cNvPr id="31" name="Shape 22"/>
          <p:cNvSpPr/>
          <p:nvPr/>
        </p:nvSpPr>
        <p:spPr>
          <a:xfrm>
            <a:off x="2487168" y="5239512"/>
            <a:ext cx="621792" cy="621792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32" name="Image 7" descr="C:\Users\user\AppData\Local\Temp\claude\C--Apps-projets-antigravity-ereclamations\20c22c7e-212b-40d0-8b5a-70d9dcae478d\scratchpad\pptx\icons\returnarr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472" y="5385816"/>
            <a:ext cx="329184" cy="32918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291840" y="5193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possible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3291840" y="5504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manager de service accueil et réclamations peut retourner le dossier au pilote avec un commentaire obligatoire — chaque étape est enregistrée dans l’historique.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circuit de traitement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et responsabilités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148840"/>
            <a:ext cx="822960" cy="82296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6" name="Image 0" descr="C:\Users\user\AppData\Local\Temp\claude\C--Apps-projets-antigravity-ereclamations\20c22c7e-212b-40d0-8b5a-70d9dcae478d\scratchpad\pptx\icons\user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23500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81528"/>
            <a:ext cx="18379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" y="3685032"/>
            <a:ext cx="1801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les réclamations et suit ses propres dossiers.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07208" y="187452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4428" y="2148840"/>
            <a:ext cx="822960" cy="82296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1" name="Image 1" descr="C:\Users\user\AppData\Local\Temp\claude\C--Apps-projets-antigravity-ereclamations\20c22c7e-212b-40d0-8b5a-70d9dcae478d\scratchpad\pptx\icons\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96" y="23500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3081528"/>
            <a:ext cx="18379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35224" y="3685032"/>
            <a:ext cx="1801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les réclamations de son agence, qualifie et corrige.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65776" y="187452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6" name="Image 2" descr="C:\Users\user\AppData\Local\Temp\claude\C--Apps-projets-antigravity-ereclamations\20c22c7e-212b-40d0-8b5a-70d9dcae478d\scratchpad\pptx\icons\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235000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3081528"/>
            <a:ext cx="18379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Accueil &amp; Réclamations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93792" y="3685032"/>
            <a:ext cx="1801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ou retourne les dossiers de son agence.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24344" y="187452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41564" y="2148840"/>
            <a:ext cx="822960" cy="82296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21" name="Image 3" descr="C:\Users\user\AppData\Local\Temp\claude\C--Apps-projets-antigravity-ereclamations\20c22c7e-212b-40d0-8b5a-70d9dcae478d\scratchpad\pptx\icons\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2732" y="235000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3081528"/>
            <a:ext cx="18379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52360" y="3685032"/>
            <a:ext cx="1801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son agence : suivi et pilotage local.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82912" y="187452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76200" dist="25400" dir="5400000" algn="bl" rotWithShape="0">
              <a:srgbClr val="9BAFC9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00132" y="2148840"/>
            <a:ext cx="822960" cy="82296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26" name="Image 4" descr="C:\Users\user\AppData\Local\Temp\claude\C--Apps-projets-antigravity-ereclamations\20c22c7e-212b-40d0-8b5a-70d9dcae478d\scratchpad\pptx\icons\cr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300" y="235000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2640" y="3081528"/>
            <a:ext cx="18379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Coordonnateur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10928" y="3685032"/>
            <a:ext cx="1801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l’activité de l’ensemble des agences, de manière générale.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8F0FB"/>
          </a:solidFill>
          <a:ln/>
        </p:spPr>
      </p:sp>
      <p:sp>
        <p:nvSpPr>
          <p:cNvPr id="30" name="Shape 23"/>
          <p:cNvSpPr/>
          <p:nvPr/>
        </p:nvSpPr>
        <p:spPr>
          <a:xfrm>
            <a:off x="777240" y="5138928"/>
            <a:ext cx="685800" cy="68580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31" name="Image 5" descr="C:\Users\user\AppData\Local\Temp\claude\C--Apps-projets-antigravity-ereclamations\20c22c7e-212b-40d0-8b5a-70d9dcae478d\scratchpad\pptx\icons\repe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5303520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91640" y="51023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de service : la gestion des intérims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1691640" y="54406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d’absence, un rôle peut être délégué temporairement à un autre agent pour garantir la continuité du traitement.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responsabilités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de connaissance partagée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101600" dist="38100" dir="5400000" algn="bl" rotWithShape="0">
              <a:srgbClr val="9BAFC9">
                <a:alpha val="35000"/>
              </a:srgbClr>
            </a:outerShdw>
          </a:effectLst>
        </p:spPr>
      </p:sp>
      <p:pic>
        <p:nvPicPr>
          <p:cNvPr id="5" name="Image 0" descr="C:\Users\user\AppData\Local\Temp\claude\C--Apps-projets-antigravity-ereclamations\20c22c7e-212b-40d0-8b5a-70d9dcae478d\scratchpad\pptx\shots\fiche_traitemen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956816"/>
            <a:ext cx="5047488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965960"/>
            <a:ext cx="731520" cy="7315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7" name="Image 1" descr="C:\Users\user\AppData\Local\Temp\claude\C--Apps-projets-antigravity-ereclamations\20c22c7e-212b-40d0-8b5a-70d9dcae478d\scratchpad\pptx\icons\book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488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3760" y="1947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Capitaliser sur l’expérience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223760" y="231343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traité vient enrichir une base de connaissance commune à toutes les agences.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63640" y="3291840"/>
            <a:ext cx="731520" cy="7315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1" name="Image 2" descr="C:\Users\user\AppData\Local\Temp\claude\C--Apps-projets-antigravity-ereclamations\20c22c7e-212b-40d0-8b5a-70d9dcae478d\scratchpad\pptx\icons\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4747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23760" y="3273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Suggérer des réponses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223760" y="363931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suggestions de réponses sont proposées aux pilotes selon le motif de la réclamation.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63640" y="4617720"/>
            <a:ext cx="731520" cy="73152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5" name="Image 3" descr="C:\Users\user\AppData\Local\Temp\claude\C--Apps-projets-antigravity-ereclamations\20c22c7e-212b-40d0-8b5a-70d9dcae478d\scratchpad\pptx\icons\check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8006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Harmoniser le traitement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223760" y="496519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et pilotes s’appuient sur les mêmes références, quelle que soit l’agence.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Pilotage et automatisation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77240" cy="77724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5" name="Image 0" descr="C:\Users\user\AppData\Local\Temp\claude\C--Apps-projets-antigravity-ereclamations\20c22c7e-212b-40d0-8b5a-70d9dcae478d\scratchpad\pptx\icons\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66544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en temps réel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54480" y="22402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et indicateurs par agence, par processus, par statut.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9" name="Image 1" descr="C:\Users\user\AppData\Local\Temp\claude\C--Apps-projets-antigravity-ereclamations\20c22c7e-212b-40d0-8b5a-70d9dcae478d\scratchpad\pptx\icons\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11810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907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email automatiques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3291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à l’assignation et rappels avant échéance SLA.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777240" cy="77724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3" name="Image 2" descr="C:\Users\user\AppData\Local\Temp\claude\C--Apps-projets-antigravity-ereclamations\20c22c7e-212b-40d0-8b5a-70d9dcae478d\scratchpad\pptx\icons\file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16966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59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Courriers générés automatiquement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554480" y="43434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Accusés de réception et réponses officielles, prêts en PDF.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029200"/>
            <a:ext cx="777240" cy="77724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7" name="Image 3" descr="C:\Users\user\AppData\Local\Temp\claude\C--Apps-projets-antigravity-ereclamations\20c22c7e-212b-40d0-8b5a-70d9dcae478d\scratchpad\pptx\icons\ti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221224"/>
            <a:ext cx="393192" cy="3931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0109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SLA dynamique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554480" y="5394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code couleur signale immédiatement les dossiers à risque.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17920" y="18745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9F5"/>
            </a:solidFill>
            <a:prstDash val="solid"/>
          </a:ln>
          <a:effectLst>
            <a:outerShdw blurRad="101600" dist="38100" dir="5400000" algn="bl" rotWithShape="0">
              <a:srgbClr val="9BAFC9">
                <a:alpha val="35000"/>
              </a:srgbClr>
            </a:outerShdw>
          </a:effectLst>
        </p:spPr>
      </p:sp>
      <p:pic>
        <p:nvPicPr>
          <p:cNvPr id="21" name="Image 4" descr="C:\Users\user\AppData\Local\Temp\claude\C--Apps-projets-antigravity-ereclamations\20c22c7e-212b-40d0-8b5a-70d9dcae478d\scratchpad\pptx\shots\tableau_de_bord_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1956816"/>
            <a:ext cx="5276088" cy="39502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&amp; automatisation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Bénéfices attendus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5" name="Image 0" descr="C:\Users\user\AppData\Local\Temp\claude\C--Apps-projets-antigravity-ereclamations\20c22c7e-212b-40d0-8b5a-70d9dcae478d\scratchpad\pptx\icons\trend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391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2027235"/>
            <a:ext cx="3053255" cy="402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des délais de traitement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760720" y="2021299"/>
            <a:ext cx="4632960" cy="373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circuit clair et des rappels automatiques limitent les temps morts.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15184"/>
            <a:ext cx="11091672" cy="0"/>
          </a:xfrm>
          <a:prstGeom prst="line">
            <a:avLst/>
          </a:prstGeom>
          <a:noFill/>
          <a:ln w="9525">
            <a:solidFill>
              <a:srgbClr val="C5D9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734056"/>
            <a:ext cx="640080" cy="64008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10" name="Image 1" descr="C:\Users\user\AppData\Local\Temp\claude\C--Apps-projets-antigravity-ereclamations\20c22c7e-212b-40d0-8b5a-70d9dcae478d\scratchpad\pptx\icons\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89864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2889504"/>
            <a:ext cx="2393836" cy="329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pour l’usager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760720" y="2894551"/>
            <a:ext cx="5041392" cy="292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sa réclamation en temps réel, sans démarche supplémentaire.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11091672" cy="0"/>
          </a:xfrm>
          <a:prstGeom prst="line">
            <a:avLst/>
          </a:prstGeom>
          <a:noFill/>
          <a:ln w="9525">
            <a:solidFill>
              <a:srgbClr val="C5D9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593592"/>
            <a:ext cx="640080" cy="64008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5" name="Image 2" descr="C:\Users\user\AppData\Local\Temp\claude\C--Apps-projets-antigravity-ereclamations\20c22c7e-212b-40d0-8b5a-70d9dcae478d\scratchpad\pptx\icons\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5818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53558"/>
            <a:ext cx="201273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b="1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350" b="1" dirty="0">
              <a:solidFill>
                <a:srgbClr val="1A2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760720" y="3754093"/>
            <a:ext cx="4812687" cy="29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et chaque décision sont historisées et auditables.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334256"/>
            <a:ext cx="11091672" cy="0"/>
          </a:xfrm>
          <a:prstGeom prst="line">
            <a:avLst/>
          </a:prstGeom>
          <a:noFill/>
          <a:ln w="9525">
            <a:solidFill>
              <a:srgbClr val="C5D9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453128"/>
            <a:ext cx="640080" cy="64008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20" name="Image 3" descr="C:\Users\user\AppData\Local\Temp\claude\C--Apps-projets-antigravity-ereclamations\20c22c7e-212b-40d0-8b5a-70d9dcae478d\scratchpad\pptx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89888" y="4554602"/>
            <a:ext cx="2170386" cy="365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par la donnée</a:t>
            </a:r>
          </a:p>
        </p:txBody>
      </p:sp>
      <p:sp>
        <p:nvSpPr>
          <p:cNvPr id="22" name="Text 16"/>
          <p:cNvSpPr/>
          <p:nvPr/>
        </p:nvSpPr>
        <p:spPr>
          <a:xfrm>
            <a:off x="5788152" y="4554602"/>
            <a:ext cx="5852160" cy="3822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indicateurs comparables entre toutes les agences du réseau.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5193792"/>
            <a:ext cx="11091672" cy="0"/>
          </a:xfrm>
          <a:prstGeom prst="line">
            <a:avLst/>
          </a:prstGeom>
          <a:noFill/>
          <a:ln w="9525">
            <a:solidFill>
              <a:srgbClr val="C5D9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312664"/>
            <a:ext cx="640080" cy="64008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25" name="Image 4" descr="C:\Users\user\AppData\Local\Temp\claude\C--Apps-projets-antigravity-ereclamations\20c22c7e-212b-40d0-8b5a-70d9dcae478d\scratchpad\pptx\icons\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47725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89888" y="5453384"/>
            <a:ext cx="2538248" cy="3108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pour l’agence digitale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760720" y="5363428"/>
            <a:ext cx="4444825" cy="4058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meilleure prise en charge des réclamations reçues en ligne.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attendus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5486400" cy="5486400"/>
          </a:xfrm>
          <a:prstGeom prst="ellipse">
            <a:avLst/>
          </a:prstGeom>
          <a:solidFill>
            <a:srgbClr val="00346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754880" cy="4754880"/>
          </a:xfrm>
          <a:prstGeom prst="ellipse">
            <a:avLst/>
          </a:prstGeom>
          <a:solidFill>
            <a:srgbClr val="004A99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 un déploiement généralisé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0346F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2606040"/>
            <a:ext cx="1051560" cy="105156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8" name="Image 0" descr="C:\Users\user\AppData\Local\Temp\claude\C--Apps-projets-antigravity-ereclamations\20c22c7e-212b-40d0-8b5a-70d9dcae478d\scratchpad\pptx\icons\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2862072"/>
            <a:ext cx="539496" cy="5394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37947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Déploiement pilote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431596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dans un premier groupe d’agences.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0440" y="22860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0346F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2606040"/>
            <a:ext cx="1051560" cy="105156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13" name="Image 1" descr="C:\Users\user\AppData\Local\Temp\claude\C--Apps-projets-antigravity-ereclamations\20c22c7e-212b-40d0-8b5a-70d9dcae478d\scratchpad\pptx\icons\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862072"/>
            <a:ext cx="539496" cy="5394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37947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Généralisation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703320" y="431596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progressive à l’ensemble du réseau.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63640" y="22860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0346F"/>
          </a:solidFill>
          <a:ln/>
        </p:spPr>
      </p:sp>
      <p:sp>
        <p:nvSpPr>
          <p:cNvPr id="17" name="Shape 13"/>
          <p:cNvSpPr/>
          <p:nvPr/>
        </p:nvSpPr>
        <p:spPr>
          <a:xfrm>
            <a:off x="6995160" y="2606040"/>
            <a:ext cx="1051560" cy="105156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18" name="Image 2" descr="C:\Users\user\AppData\Local\Temp\claude\C--Apps-projets-antigravity-ereclamations\20c22c7e-212b-40d0-8b5a-70d9dcae478d\scratchpad\pptx\icons\grad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862072"/>
            <a:ext cx="539496" cy="5394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28232" y="37947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Formation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46520" y="431596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des agents, pilotes et coordonnateurs.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06840" y="22860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0346F"/>
          </a:solidFill>
          <a:ln/>
        </p:spPr>
      </p:sp>
      <p:sp>
        <p:nvSpPr>
          <p:cNvPr id="22" name="Shape 17"/>
          <p:cNvSpPr/>
          <p:nvPr/>
        </p:nvSpPr>
        <p:spPr>
          <a:xfrm>
            <a:off x="9738360" y="2606040"/>
            <a:ext cx="1051560" cy="1051560"/>
          </a:xfrm>
          <a:prstGeom prst="ellipse">
            <a:avLst/>
          </a:prstGeom>
          <a:solidFill>
            <a:srgbClr val="F2871F"/>
          </a:solidFill>
          <a:ln/>
        </p:spPr>
      </p:sp>
      <p:pic>
        <p:nvPicPr>
          <p:cNvPr id="23" name="Image 3" descr="C:\Users\user\AppData\Local\Temp\claude\C--Apps-projets-antigravity-ereclamations\20c22c7e-212b-40d0-8b5a-70d9dcae478d\scratchpad\pptx\icons\refre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2862072"/>
            <a:ext cx="539496" cy="5394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71432" y="37947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Amélioration continue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189720" y="431596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d’usage et évolutions de l’application.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Questions ?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076895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eRéclamations — CNPS Côte d'Ivoire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784</Words>
  <Application>Microsoft Office PowerPoint</Application>
  <PresentationFormat>Grand écran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Jean-Roger Ahipo</cp:lastModifiedBy>
  <cp:revision>2</cp:revision>
  <dcterms:created xsi:type="dcterms:W3CDTF">2026-07-20T02:24:41Z</dcterms:created>
  <dcterms:modified xsi:type="dcterms:W3CDTF">2026-07-20T02:44:11Z</dcterms:modified>
</cp:coreProperties>
</file>